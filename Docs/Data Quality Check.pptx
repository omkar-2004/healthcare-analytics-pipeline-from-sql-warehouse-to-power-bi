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19-Aug-26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AB8D9-19DA-31B0-B2E8-409F92B8CBCA}"/>
              </a:ext>
            </a:extLst>
          </p:cNvPr>
          <p:cNvSpPr txBox="1"/>
          <p:nvPr/>
        </p:nvSpPr>
        <p:spPr>
          <a:xfrm>
            <a:off x="2276168" y="2921168"/>
            <a:ext cx="7639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6000" dirty="0" err="1">
                <a:latin typeface="Footlight MT Light" panose="0204060206030A020304" pitchFamily="18" charset="0"/>
              </a:rPr>
              <a:t>Automated</a:t>
            </a:r>
            <a:r>
              <a:rPr lang="mr-IN" sz="6000" dirty="0">
                <a:latin typeface="Footlight MT Light" panose="0204060206030A020304" pitchFamily="18" charset="0"/>
              </a:rPr>
              <a:t> EDA </a:t>
            </a:r>
            <a:r>
              <a:rPr lang="mr-IN" sz="6000" dirty="0" err="1">
                <a:latin typeface="Footlight MT Light" panose="0204060206030A020304" pitchFamily="18" charset="0"/>
              </a:rPr>
              <a:t>Profiler</a:t>
            </a:r>
            <a:endParaRPr lang="mr-IN" sz="60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12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64D43-6FA5-2BDE-2FFF-24EDCF54F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423707"/>
            <a:ext cx="7497221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9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623C5-EA84-BF12-C3E0-B80DE1B2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3000319"/>
            <a:ext cx="11002911" cy="3000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71F4DC-B2C5-134F-D5F8-8DFF37EDE802}"/>
              </a:ext>
            </a:extLst>
          </p:cNvPr>
          <p:cNvSpPr txBox="1"/>
          <p:nvPr/>
        </p:nvSpPr>
        <p:spPr>
          <a:xfrm>
            <a:off x="594544" y="1022556"/>
            <a:ext cx="727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Footlight MT Light" panose="0204060206030A020304" pitchFamily="18" charset="0"/>
              </a:rPr>
              <a:t>Database Connection</a:t>
            </a:r>
            <a:endParaRPr lang="mr-IN" sz="60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20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57ACE-8662-A545-1203-2A4842F1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72" y="2046943"/>
            <a:ext cx="10288436" cy="4553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29BDF0-C4FD-B453-BEAD-F644C1DF24CF}"/>
              </a:ext>
            </a:extLst>
          </p:cNvPr>
          <p:cNvSpPr txBox="1"/>
          <p:nvPr/>
        </p:nvSpPr>
        <p:spPr>
          <a:xfrm>
            <a:off x="430672" y="629266"/>
            <a:ext cx="727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Footlight MT Light" panose="0204060206030A020304" pitchFamily="18" charset="0"/>
              </a:rPr>
              <a:t>Automate Report</a:t>
            </a:r>
            <a:endParaRPr lang="mr-IN" sz="60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18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89CAB-D055-50FD-C4DB-F26F3730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40" y="1022555"/>
            <a:ext cx="7790148" cy="5618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76857-9E80-1FC8-F4E3-66AC0B47C43A}"/>
              </a:ext>
            </a:extLst>
          </p:cNvPr>
          <p:cNvSpPr txBox="1"/>
          <p:nvPr/>
        </p:nvSpPr>
        <p:spPr>
          <a:xfrm>
            <a:off x="2084440" y="376224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Footlight MT Light" panose="0204060206030A020304" pitchFamily="18" charset="0"/>
              </a:rPr>
              <a:t>Encounters Table Report</a:t>
            </a:r>
            <a:endParaRPr lang="mr-IN" sz="36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0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60152-2A41-B289-648A-AC7BA5D55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380" y="137212"/>
            <a:ext cx="7202468" cy="658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9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6B507-B781-9C2D-9B37-886A62C39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161469"/>
            <a:ext cx="7725853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7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FDEE72-7F18-B673-58BE-DC80C53F6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749" y="1132541"/>
            <a:ext cx="5964501" cy="45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523386-9183-7F00-D7C3-CC3E33A14BE3}"/>
              </a:ext>
            </a:extLst>
          </p:cNvPr>
          <p:cNvSpPr txBox="1"/>
          <p:nvPr/>
        </p:nvSpPr>
        <p:spPr>
          <a:xfrm>
            <a:off x="2084440" y="376224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Footlight MT Light" panose="0204060206030A020304" pitchFamily="18" charset="0"/>
              </a:rPr>
              <a:t>Organizations Table Report</a:t>
            </a:r>
            <a:endParaRPr lang="mr-IN" sz="3600" dirty="0">
              <a:latin typeface="Footlight MT Light" panose="0204060206030A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CB8D-2E67-587D-36EC-662910DA3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78" y="1022554"/>
            <a:ext cx="8145203" cy="55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7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6EB65-A099-E7BA-3E93-014378A7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11" y="199574"/>
            <a:ext cx="6830378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0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988C6-6531-B0A8-15A8-487E6534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40" y="1022555"/>
            <a:ext cx="7548642" cy="5779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FF690-D5F8-7338-85F4-8F11ACB637C7}"/>
              </a:ext>
            </a:extLst>
          </p:cNvPr>
          <p:cNvSpPr txBox="1"/>
          <p:nvPr/>
        </p:nvSpPr>
        <p:spPr>
          <a:xfrm>
            <a:off x="2084440" y="376224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Footlight MT Light" panose="0204060206030A020304" pitchFamily="18" charset="0"/>
              </a:rPr>
              <a:t>patients Table Report</a:t>
            </a:r>
            <a:endParaRPr lang="mr-IN" sz="3600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494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75FA0-5150-0010-0042-5090FDD44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593" y="196645"/>
            <a:ext cx="8535220" cy="64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86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CA0DC-0CA2-F400-4604-BD80DD3C6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32" y="785443"/>
            <a:ext cx="616353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72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9DE44-629F-190D-E6FC-25E662EDA8F4}"/>
              </a:ext>
            </a:extLst>
          </p:cNvPr>
          <p:cNvSpPr txBox="1"/>
          <p:nvPr/>
        </p:nvSpPr>
        <p:spPr>
          <a:xfrm>
            <a:off x="1518598" y="376224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Footlight MT Light" panose="0204060206030A020304" pitchFamily="18" charset="0"/>
              </a:rPr>
              <a:t>Payers Table Report</a:t>
            </a:r>
            <a:endParaRPr lang="mr-IN" sz="3600" dirty="0">
              <a:latin typeface="Footlight MT Light" panose="0204060206030A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127F9-F6F7-0DF6-AEC0-8D403295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1022555"/>
            <a:ext cx="9154803" cy="56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88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D9B52-B052-F94A-2FBA-0C464AE0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123363"/>
            <a:ext cx="8640381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81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887055-158A-11C9-98F0-D4B5CB114C13}"/>
              </a:ext>
            </a:extLst>
          </p:cNvPr>
          <p:cNvSpPr txBox="1"/>
          <p:nvPr/>
        </p:nvSpPr>
        <p:spPr>
          <a:xfrm>
            <a:off x="1518598" y="228741"/>
            <a:ext cx="7275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Footlight MT Light" panose="0204060206030A020304" pitchFamily="18" charset="0"/>
              </a:rPr>
              <a:t>Procedures Table Report</a:t>
            </a:r>
            <a:endParaRPr lang="mr-IN" sz="3600" dirty="0">
              <a:latin typeface="Footlight MT Light" panose="0204060206030A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A9494-488A-65C6-8825-3D42F9A0C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875072"/>
            <a:ext cx="8705752" cy="583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4E2CB-2835-D4E3-E324-5A186314F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53" y="152400"/>
            <a:ext cx="7459294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89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{A022ED43-34E5-431F-B566-80E3939B9647}TFb5ae2469-0bae-4978-b0e0-39dd046150ff9a115ede-a9c3cc5252b0</Template>
  <TotalTime>57</TotalTime>
  <Words>22</Words>
  <Application>Microsoft Office PowerPoint</Application>
  <PresentationFormat>Widescreen</PresentationFormat>
  <Paragraphs>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Footlight MT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Yadav</dc:creator>
  <cp:lastModifiedBy>Omkar Yadav</cp:lastModifiedBy>
  <cp:revision>2</cp:revision>
  <dcterms:created xsi:type="dcterms:W3CDTF">2026-08-19T09:58:00Z</dcterms:created>
  <dcterms:modified xsi:type="dcterms:W3CDTF">2026-08-19T11:32:51Z</dcterms:modified>
</cp:coreProperties>
</file>